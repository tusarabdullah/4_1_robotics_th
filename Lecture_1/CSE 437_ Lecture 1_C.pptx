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h7KFUhy/clkBmEhnoKVSBdZlhD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customschemas.google.com/relationships/presentationmetadata" Target="meta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de658be9c_0_50:notes"/>
          <p:cNvSpPr/>
          <p:nvPr>
            <p:ph idx="2" type="sldImg"/>
          </p:nvPr>
        </p:nvSpPr>
        <p:spPr>
          <a:xfrm>
            <a:off x="381284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de658be9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fba2a21d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fba2a21d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fba2a21d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fba2a21d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fba2a21d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fba2a21d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de658be9c_0_5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56" name="Google Shape;56;g3bde658be9c_0_5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57" name="Google Shape;57;g3bde658be9c_0_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e658be9c_0_6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60" name="Google Shape;60;g3bde658be9c_0_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de658be9c_0_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63" name="Google Shape;63;g3bde658be9c_0_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g3bde658be9c_0_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e658be9c_0_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67" name="Google Shape;67;g3bde658be9c_0_7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g3bde658be9c_0_7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g3bde658be9c_0_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de658be9c_0_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2" name="Google Shape;72;g3bde658be9c_0_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de658be9c_0_7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5" name="Google Shape;75;g3bde658be9c_0_7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g3bde658be9c_0_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de658be9c_0_8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  <p:sp>
        <p:nvSpPr>
          <p:cNvPr id="79" name="Google Shape;79;g3bde658be9c_0_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de658be9c_0_8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bde658be9c_0_8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83" name="Google Shape;83;g3bde658be9c_0_8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g3bde658be9c_0_8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g3bde658be9c_0_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de658be9c_0_9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g3bde658be9c_0_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de658be9c_0_9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9pPr>
          </a:lstStyle>
          <a:p>
            <a:r>
              <a:t>xx%</a:t>
            </a:r>
          </a:p>
        </p:txBody>
      </p:sp>
      <p:sp>
        <p:nvSpPr>
          <p:cNvPr id="91" name="Google Shape;91;g3bde658be9c_0_9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g3bde658be9c_0_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de658be9c_0_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fba2a21d5_0_7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3500" lIns="93500" spcFirstLastPara="1" rIns="93500" wrap="square" tIns="935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01" name="Google Shape;101;g3bfba2a21d5_0_7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02" name="Google Shape;102;g3bfba2a21d5_0_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fba2a21d5_0_8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05" name="Google Shape;105;g3bfba2a21d5_0_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fba2a21d5_0_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08" name="Google Shape;108;g3bfba2a21d5_0_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g3bfba2a21d5_0_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fba2a21d5_0_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2" name="Google Shape;112;g3bfba2a21d5_0_8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g3bfba2a21d5_0_8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g3bfba2a21d5_0_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fba2a21d5_0_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7" name="Google Shape;117;g3bfba2a21d5_0_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fba2a21d5_0_9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3500" lIns="93500" spcFirstLastPara="1" rIns="93500" wrap="square" tIns="935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0" name="Google Shape;120;g3bfba2a21d5_0_9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g3bfba2a21d5_0_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fba2a21d5_0_10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  <p:sp>
        <p:nvSpPr>
          <p:cNvPr id="124" name="Google Shape;124;g3bfba2a21d5_0_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fba2a21d5_0_10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bfba2a21d5_0_10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3500" lIns="93500" spcFirstLastPara="1" rIns="93500" wrap="square" tIns="935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28" name="Google Shape;128;g3bfba2a21d5_0_10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g3bfba2a21d5_0_10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g3bfba2a21d5_0_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fba2a21d5_0_10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3" name="Google Shape;133;g3bfba2a21d5_0_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fba2a21d5_0_1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3500" lIns="93500" spcFirstLastPara="1" rIns="93500" wrap="square" tIns="935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9pPr>
          </a:lstStyle>
          <a:p>
            <a:r>
              <a:t>xx%</a:t>
            </a:r>
          </a:p>
        </p:txBody>
      </p:sp>
      <p:sp>
        <p:nvSpPr>
          <p:cNvPr id="136" name="Google Shape;136;g3bfba2a21d5_0_1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g3bfba2a21d5_0_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ba2a21d5_0_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e658be9c_0_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g3bde658be9c_0_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g3bde658be9c_0_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fba2a21d5_0_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bfba2a21d5_0_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g3bfba2a21d5_0_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de658be9c_0_5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437: Lecture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Classroom Code: </a:t>
            </a:r>
            <a:r>
              <a:rPr lang="en"/>
              <a:t>tceqr6n3</a:t>
            </a:r>
            <a:endParaRPr/>
          </a:p>
        </p:txBody>
      </p:sp>
      <p:sp>
        <p:nvSpPr>
          <p:cNvPr id="145" name="Google Shape;145;g3bde658be9c_0_5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Dr. Nazmun Nahid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Assistant Professor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CSE, University of Asia Pacific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nazmun.nahid@uap-bd.edu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bfba2a21d5_0_59" title="Screenshot 2026-01-26 115713.png"/>
          <p:cNvPicPr preferRelativeResize="0"/>
          <p:nvPr/>
        </p:nvPicPr>
        <p:blipFill rotWithShape="1">
          <a:blip r:embed="rId3">
            <a:alphaModFix/>
          </a:blip>
          <a:srcRect b="0" l="0" r="0" t="2591"/>
          <a:stretch/>
        </p:blipFill>
        <p:spPr>
          <a:xfrm>
            <a:off x="55650" y="957350"/>
            <a:ext cx="9032700" cy="3228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3bfba2a21d5_0_63" title="Screenshot 2026-01-26 1159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72" y="0"/>
            <a:ext cx="398682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bfba2a21d5_0_63" title="Screenshot 2026-01-26 1158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7359" y="0"/>
            <a:ext cx="454411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bfba2a21d5_0_68" title="Screenshot 2026-01-26 1158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88725" cy="191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bfba2a21d5_0_68"/>
          <p:cNvSpPr txBox="1"/>
          <p:nvPr/>
        </p:nvSpPr>
        <p:spPr>
          <a:xfrm>
            <a:off x="205300" y="2637400"/>
            <a:ext cx="86703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Class Test: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Assignment + Presentation / Weekly Assignment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Test 2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